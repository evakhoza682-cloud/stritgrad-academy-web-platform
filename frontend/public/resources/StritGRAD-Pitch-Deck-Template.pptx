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Projected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[YOUR BUSINESS NAME]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</a:rPr>
              <a:t>Investor Pitch Deck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A0"/>
                </a:solidFill>
              </a:rPr>
              <a:t>Template provided by StritGRAD Academy NPC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Describe the specific, painful problem your target customer faces today.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1628"/>
                </a:solidFill>
              </a:rPr>
              <a:t>Who experiences this problem?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1628"/>
                </a:solidFill>
              </a:rPr>
              <a:t>How big or urgent is it?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A1628"/>
                </a:solidFill>
              </a:rPr>
              <a:t>What do they currently do instead (and why isn't it good enough)?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Describe your product or service and how it solves the problem above.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05840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47472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[ Describe your solution here 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Market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A16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R___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0DB"/>
                </a:solidFill>
              </a:rPr>
              <a:t>Total addressable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A16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1920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R___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0DB"/>
                </a:solidFill>
              </a:rPr>
              <a:t>Serviceable market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A16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19202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</a:rPr>
              <a:t>R___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0DB"/>
                </a:solidFill>
              </a:rPr>
              <a:t>Obtainable in year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Business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How will you make money? List your revenue streams and pricing.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77440"/>
          <a:ext cx="10058400" cy="256032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Revenue Stream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Pricing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Traction &amp; Milestones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What have you achieved so far? Customers, revenue, partnerships, pilots.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Milestone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3108960" cy="0"/>
          </a:xfrm>
          <a:prstGeom prst="line">
            <a:avLst/>
          </a:prstGeom>
          <a:noFill/>
          <a:ln w="381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Milestone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2560320"/>
            <a:ext cx="3108960" cy="0"/>
          </a:xfrm>
          <a:prstGeom prst="line">
            <a:avLst/>
          </a:prstGeom>
          <a:noFill/>
          <a:ln w="381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Milestone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2560320"/>
            <a:ext cx="3108960" cy="0"/>
          </a:xfrm>
          <a:prstGeom prst="line">
            <a:avLst/>
          </a:prstGeom>
          <a:noFill/>
          <a:ln w="381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Competitive Landscape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10058400" cy="27432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A84C"/>
                          </a:solidFill>
                        </a:rPr>
                        <a:t>Us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Competitor 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Competitor 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Quality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Convenience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Our Team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Introduce founders and key team members with relevant experience.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[Name]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[Role]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2377440"/>
            <a:ext cx="914400" cy="91440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[Name]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[Role]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52560" y="2377440"/>
            <a:ext cx="914400" cy="914400"/>
          </a:xfrm>
          <a:prstGeom prst="ellipse">
            <a:avLst/>
          </a:prstGeom>
          <a:solidFill>
            <a:srgbClr val="E8EC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[Name]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[Role]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Financial Projections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371600"/>
          <a:ext cx="10058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1628"/>
                </a:solidFill>
              </a:rPr>
              <a:t>R _______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0"/>
                </a:solidFill>
              </a:rPr>
              <a:t>What will you use this funding for?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A1628"/>
                </a:solidFill>
              </a:rPr>
              <a:t>Use of funds item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A1628"/>
                </a:solidFill>
              </a:rPr>
              <a:t>Use of funds item 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A1628"/>
                </a:solidFill>
              </a:rPr>
              <a:t>Use of funds item 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84C"/>
                </a:solidFill>
              </a:rPr>
              <a:t>[Your Name]  |  [Email]  |  [Phone]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2026-09-29T11:34:12Z</dcterms:created>
  <dcterms:modified xsi:type="dcterms:W3CDTF">2026-09-29T11:34:12Z</dcterms:modified>
</cp:coreProperties>
</file>